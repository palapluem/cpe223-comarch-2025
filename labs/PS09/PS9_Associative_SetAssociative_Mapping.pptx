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5"/>
  </p:notesMasterIdLst>
  <p:sldIdLst>
    <p:sldId id="336" r:id="rId2"/>
    <p:sldId id="338" r:id="rId3"/>
    <p:sldId id="339" r:id="rId4"/>
  </p:sldIdLst>
  <p:sldSz cx="9144000" cy="6858000" type="screen4x3"/>
  <p:notesSz cx="6858000" cy="9144000"/>
  <p:defaultTextStyle>
    <a:defPPr>
      <a:defRPr lang="th-TH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ngsana New" panose="02020603050405020304" pitchFamily="18" charset="-34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ngsana New" panose="02020603050405020304" pitchFamily="18" charset="-34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ngsana New" panose="02020603050405020304" pitchFamily="18" charset="-34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ngsana New" panose="02020603050405020304" pitchFamily="18" charset="-34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ngsana New" panose="02020603050405020304" pitchFamily="18" charset="-34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ngsana New" panose="02020603050405020304" pitchFamily="18" charset="-34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ngsana New" panose="02020603050405020304" pitchFamily="18" charset="-34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ngsana New" panose="02020603050405020304" pitchFamily="18" charset="-34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ngsana New" panose="02020603050405020304" pitchFamily="18" charset="-34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  <a:srgbClr val="9933FF"/>
    <a:srgbClr val="0000FF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33D05A-4C53-A48E-DCC7-17785E27591B}" v="43" dt="2026-04-29T05:34:56.209"/>
    <p1510:client id="{BF02A64A-D2CD-B576-A3C0-BAEEFE20D006}" v="24" dt="2026-04-29T05:56:02.597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สไตล์สีอ่อน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สไตล์สีปานกลาง 2 - เน้น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สไตล์ธีม 1 - เน้น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083E6E3-FA7D-4D7B-A595-EF9225AFEA82}" styleName="สไตล์สีอ่อน 1 - เน้น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สไตล์สีอ่อน 2 - เน้น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สไตล์สีอ่อน 2 - เน้น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สไตล์สีอ่อน 2 - เน้น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202" autoAdjust="0"/>
  </p:normalViewPr>
  <p:slideViewPr>
    <p:cSldViewPr>
      <p:cViewPr varScale="1">
        <p:scale>
          <a:sx n="103" d="100"/>
          <a:sy n="103" d="100"/>
        </p:scale>
        <p:origin x="189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B76971C-A6BE-454E-85BD-D1D93FF4B4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E19A43-1BBA-4BC0-9C0D-B2E2070E469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06E341A-F6CB-4F7B-A21E-08DD5A225604}" type="datetimeFigureOut">
              <a:rPr lang="en-US"/>
              <a:pPr>
                <a:defRPr/>
              </a:pPr>
              <a:t>5/3/2026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EB87BB1-D296-4BB9-A971-9DBD2A0BF9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9080B93-B7DD-466E-9E9F-8C40A1072C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975155-40CF-4938-B6F1-746D19B3317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63FA8-7B6E-497C-9B4A-6988F4A1B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D76AC3D-AFF9-4C70-BE82-5984B90FD26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285AF-FB37-4323-1EAB-9EAB38331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F479D-BEAE-3E28-1F44-181698E73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B326B-F4E6-6BA4-A17C-BFC13983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06C9D6-7A98-46A6-8B83-B5FD8E747383}" type="slidenum">
              <a:rPr lang="en-US" altLang="en-US"/>
              <a:pPr/>
              <a:t>‹#›</a:t>
            </a:fld>
            <a:endParaRPr lang="th-TH" altLang="en-US"/>
          </a:p>
        </p:txBody>
      </p:sp>
    </p:spTree>
    <p:extLst>
      <p:ext uri="{BB962C8B-B14F-4D97-AF65-F5344CB8AC3E}">
        <p14:creationId xmlns:p14="http://schemas.microsoft.com/office/powerpoint/2010/main" val="4130231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F8060-A2B0-4B57-396D-7E1C34EE8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AE0F3-C8DE-29EC-EEA3-856FFB123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F7F1B-A75A-978C-92F2-C1EDDF84C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EC67CD-CB26-400D-A335-6252313DE181}" type="slidenum">
              <a:rPr lang="en-US" altLang="en-US"/>
              <a:pPr/>
              <a:t>‹#›</a:t>
            </a:fld>
            <a:endParaRPr lang="th-TH" altLang="en-US"/>
          </a:p>
        </p:txBody>
      </p:sp>
    </p:spTree>
    <p:extLst>
      <p:ext uri="{BB962C8B-B14F-4D97-AF65-F5344CB8AC3E}">
        <p14:creationId xmlns:p14="http://schemas.microsoft.com/office/powerpoint/2010/main" val="4238591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1CAEE-07F3-00F0-5040-E86F11D25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E9C89-9C2C-4A40-C1BD-FCA9840B5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65542-B268-D8AE-A614-9F2094330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C36AD8-0400-4F33-AB7C-497B353680F9}" type="slidenum">
              <a:rPr lang="en-US" altLang="en-US"/>
              <a:pPr/>
              <a:t>‹#›</a:t>
            </a:fld>
            <a:endParaRPr lang="th-TH" altLang="en-US"/>
          </a:p>
        </p:txBody>
      </p:sp>
    </p:spTree>
    <p:extLst>
      <p:ext uri="{BB962C8B-B14F-4D97-AF65-F5344CB8AC3E}">
        <p14:creationId xmlns:p14="http://schemas.microsoft.com/office/powerpoint/2010/main" val="126736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63BEDB5-02A1-966D-825F-D42BE0C87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3C0C49A-8B99-335E-E328-1E3F668B5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FBCE785-F74A-E9BD-6CFD-6BC951B0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4580CF-24D5-40D1-8130-6DE547DC5BC6}" type="slidenum">
              <a:rPr lang="en-US" altLang="en-US"/>
              <a:pPr/>
              <a:t>‹#›</a:t>
            </a:fld>
            <a:endParaRPr lang="th-TH" altLang="en-US"/>
          </a:p>
        </p:txBody>
      </p:sp>
    </p:spTree>
    <p:extLst>
      <p:ext uri="{BB962C8B-B14F-4D97-AF65-F5344CB8AC3E}">
        <p14:creationId xmlns:p14="http://schemas.microsoft.com/office/powerpoint/2010/main" val="1124864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CA1C80E-D61F-B5F8-E0B5-80A888EE8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BC8DE84-6A53-D1F1-F8A0-07743A00F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FBBD0B2-E2F7-F70C-0731-2C31F0388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05F595-CA27-4DD5-8D75-144248031EF9}" type="slidenum">
              <a:rPr lang="en-US" altLang="en-US"/>
              <a:pPr/>
              <a:t>‹#›</a:t>
            </a:fld>
            <a:endParaRPr lang="th-TH" altLang="en-US"/>
          </a:p>
        </p:txBody>
      </p:sp>
    </p:spTree>
    <p:extLst>
      <p:ext uri="{BB962C8B-B14F-4D97-AF65-F5344CB8AC3E}">
        <p14:creationId xmlns:p14="http://schemas.microsoft.com/office/powerpoint/2010/main" val="1496070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B7D66F6-DEAB-7F51-6C40-07681E81A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0A6B15C-03AF-B435-845D-E3296CB2F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51ADA09-7EFF-5C46-1EE8-BD79417DF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A1346-DC61-4AB2-9276-230F5B11BE97}" type="slidenum">
              <a:rPr lang="en-US" altLang="en-US"/>
              <a:pPr/>
              <a:t>‹#›</a:t>
            </a:fld>
            <a:endParaRPr lang="th-TH" altLang="en-US"/>
          </a:p>
        </p:txBody>
      </p:sp>
    </p:spTree>
    <p:extLst>
      <p:ext uri="{BB962C8B-B14F-4D97-AF65-F5344CB8AC3E}">
        <p14:creationId xmlns:p14="http://schemas.microsoft.com/office/powerpoint/2010/main" val="375966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A2C6977-A253-2EF4-1923-50981D9BC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EC5EC73-7523-F48C-B9A3-B48D8BAD3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BF43BBE-CEC8-F9F5-7ECC-9C9613A3D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870287-3D44-42DA-A178-4DC3562A5AC1}" type="slidenum">
              <a:rPr lang="en-US" altLang="en-US"/>
              <a:pPr/>
              <a:t>‹#›</a:t>
            </a:fld>
            <a:endParaRPr lang="th-TH" altLang="en-US"/>
          </a:p>
        </p:txBody>
      </p:sp>
    </p:spTree>
    <p:extLst>
      <p:ext uri="{BB962C8B-B14F-4D97-AF65-F5344CB8AC3E}">
        <p14:creationId xmlns:p14="http://schemas.microsoft.com/office/powerpoint/2010/main" val="420064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940CD2B-82F0-ED85-CCE2-A93E6E7AC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BF44C29-2F32-F136-853B-9D85EFF0B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3301BE9-B41F-A86B-0BD5-CA0816601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CC831D-068E-4DFB-94FD-1E513514265D}" type="slidenum">
              <a:rPr lang="en-US" altLang="en-US"/>
              <a:pPr/>
              <a:t>‹#›</a:t>
            </a:fld>
            <a:endParaRPr lang="th-TH" altLang="en-US"/>
          </a:p>
        </p:txBody>
      </p:sp>
    </p:spTree>
    <p:extLst>
      <p:ext uri="{BB962C8B-B14F-4D97-AF65-F5344CB8AC3E}">
        <p14:creationId xmlns:p14="http://schemas.microsoft.com/office/powerpoint/2010/main" val="123583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2D356C1-6994-C958-94CE-0DDA837EE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B59566F-8488-D337-1FAF-6BC823A7B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26D4620-931F-7241-5EE3-885C73539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D5943-FC82-41A5-9AF2-7959891AA932}" type="slidenum">
              <a:rPr lang="en-US" altLang="en-US"/>
              <a:pPr/>
              <a:t>‹#›</a:t>
            </a:fld>
            <a:endParaRPr lang="th-TH" altLang="en-US"/>
          </a:p>
        </p:txBody>
      </p:sp>
    </p:spTree>
    <p:extLst>
      <p:ext uri="{BB962C8B-B14F-4D97-AF65-F5344CB8AC3E}">
        <p14:creationId xmlns:p14="http://schemas.microsoft.com/office/powerpoint/2010/main" val="1514790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A6487-CEA1-8F58-A031-C941BD407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4F1B8-18F0-CA4D-C34B-6EC58AAA7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51FCC-71FC-74D0-1173-BEF40BBA8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3A242E-102A-4BC3-AEB4-37DE538E8013}" type="slidenum">
              <a:rPr lang="en-US" altLang="en-US"/>
              <a:pPr/>
              <a:t>‹#›</a:t>
            </a:fld>
            <a:endParaRPr lang="th-TH" altLang="en-US"/>
          </a:p>
        </p:txBody>
      </p:sp>
    </p:spTree>
    <p:extLst>
      <p:ext uri="{BB962C8B-B14F-4D97-AF65-F5344CB8AC3E}">
        <p14:creationId xmlns:p14="http://schemas.microsoft.com/office/powerpoint/2010/main" val="1732253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2AEFA-C317-1DFF-4166-6A06C11F4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BBB22-3F8B-ECAB-C346-E3016F8FD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96B27-C586-2604-82EA-15AFBC1E4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52A32C-5FAC-4083-A8C9-639941097CC8}" type="slidenum">
              <a:rPr lang="en-US" altLang="en-US"/>
              <a:pPr/>
              <a:t>‹#›</a:t>
            </a:fld>
            <a:endParaRPr lang="th-TH" altLang="en-US"/>
          </a:p>
        </p:txBody>
      </p:sp>
    </p:spTree>
    <p:extLst>
      <p:ext uri="{BB962C8B-B14F-4D97-AF65-F5344CB8AC3E}">
        <p14:creationId xmlns:p14="http://schemas.microsoft.com/office/powerpoint/2010/main" val="3490845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910D781B-8690-9DC5-6858-5FBAD59635B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956378E9-6997-4C80-08EC-4FD73358A38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8D6F5-C54B-44D2-990F-8D20640B50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9DB03-49B3-49B1-A912-C7268FA17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th-TH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40BDD-E212-48B7-A67F-25B3E32769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fld id="{160805E8-05ED-47E9-B6A7-E00B89AD12C2}" type="slidenum">
              <a:rPr lang="en-US" altLang="en-US"/>
              <a:pPr/>
              <a:t>‹#›</a:t>
            </a:fld>
            <a:endParaRPr lang="th-TH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cs typeface="Angsana New" panose="02020603050405020304" pitchFamily="18" charset="-34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cs typeface="Angsana New" panose="02020603050405020304" pitchFamily="18" charset="-34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cs typeface="Angsana New" panose="02020603050405020304" pitchFamily="18" charset="-34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cs typeface="Angsana New" panose="02020603050405020304" pitchFamily="18" charset="-34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cs typeface="Angsana New" panose="02020603050405020304" pitchFamily="18" charset="-34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cs typeface="Angsana New" panose="02020603050405020304" pitchFamily="18" charset="-34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cs typeface="Angsana New" panose="02020603050405020304" pitchFamily="18" charset="-34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cs typeface="Angsana New" panose="02020603050405020304" pitchFamily="18" charset="-34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E3C3944D-38A8-E8C1-9988-477100C97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536901"/>
            <a:ext cx="7886700" cy="1049337"/>
          </a:xfrm>
        </p:spPr>
        <p:txBody>
          <a:bodyPr/>
          <a:lstStyle/>
          <a:p>
            <a:pPr algn="ctr"/>
            <a:r>
              <a:rPr lang="en-US" sz="3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PROBLEM SESSION 9</a:t>
            </a:r>
            <a:br>
              <a:rPr lang="en-US" sz="3400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en-US" sz="3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Replacement Algorithm</a:t>
            </a:r>
            <a:endParaRPr lang="en-US" altLang="en-US" sz="3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440A6-F013-45EF-9E6E-2DD341D0A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4178099"/>
            <a:ext cx="7886700" cy="2286000"/>
          </a:xfrm>
        </p:spPr>
        <p:txBody>
          <a:bodyPr rtlCol="0">
            <a:normAutofit fontScale="25000" lnSpcReduction="20000"/>
          </a:bodyPr>
          <a:lstStyle/>
          <a:p>
            <a:pPr algn="ctr"/>
            <a:r>
              <a:rPr lang="th-TH" sz="7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เสนอ</a:t>
            </a:r>
          </a:p>
          <a:p>
            <a:pPr algn="ctr"/>
            <a:r>
              <a:rPr lang="th-TH" sz="7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ผศ. ราช</a:t>
            </a:r>
            <a:r>
              <a:rPr lang="th-TH" sz="7200" dirty="0" err="1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วิชช์</a:t>
            </a:r>
            <a:r>
              <a:rPr lang="th-TH" sz="7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สโรชวิกสิต</a:t>
            </a:r>
          </a:p>
          <a:p>
            <a:pPr algn="ctr"/>
            <a:endParaRPr lang="th-TH" sz="72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algn="ctr"/>
            <a:r>
              <a:rPr lang="th-TH" sz="7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รายงานนี้เป็นส่วนหนึ่งของรายวิชา</a:t>
            </a:r>
          </a:p>
          <a:p>
            <a:pPr algn="ctr"/>
            <a:r>
              <a:rPr lang="en-US" sz="7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CPE223 </a:t>
            </a:r>
            <a:r>
              <a:rPr lang="th-TH" sz="7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สถาปัตยกรรมคอมพิวเตอร์ (</a:t>
            </a:r>
            <a:r>
              <a:rPr lang="en-US" sz="7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Computer Architectures)</a:t>
            </a:r>
          </a:p>
          <a:p>
            <a:pPr algn="ctr"/>
            <a:r>
              <a:rPr lang="th-TH" sz="7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ภาควิชาวิศวกรรมคอมพิวเตอร์ คณะวิศวกรรมศาสตร์</a:t>
            </a:r>
          </a:p>
          <a:p>
            <a:pPr algn="ctr"/>
            <a:r>
              <a:rPr lang="th-TH" sz="7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มหาวิทยาลัยเทคโนโลยีพระจอมเกล้าธนบุรี</a:t>
            </a:r>
          </a:p>
          <a:p>
            <a:pPr algn="ctr"/>
            <a:r>
              <a:rPr lang="th-TH" sz="72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ภาคเรียนที่ 2 ปีการศึกษา 2568</a:t>
            </a:r>
          </a:p>
          <a:p>
            <a:br>
              <a:rPr lang="th-TH" dirty="0"/>
            </a:b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EF99644-158D-6D8F-7971-1C4445F65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3825" y="198162"/>
            <a:ext cx="1276350" cy="127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AF22230D-C813-D72D-EF08-4EFC9F5541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70058"/>
              </p:ext>
            </p:extLst>
          </p:nvPr>
        </p:nvGraphicFramePr>
        <p:xfrm>
          <a:off x="1924050" y="2711017"/>
          <a:ext cx="5295900" cy="1112520"/>
        </p:xfrm>
        <a:graphic>
          <a:graphicData uri="http://schemas.openxmlformats.org/drawingml/2006/table">
            <a:tbl>
              <a:tblPr/>
              <a:tblGrid>
                <a:gridCol w="1596195">
                  <a:extLst>
                    <a:ext uri="{9D8B030D-6E8A-4147-A177-3AD203B41FA5}">
                      <a16:colId xmlns:a16="http://schemas.microsoft.com/office/drawing/2014/main" val="765265741"/>
                    </a:ext>
                  </a:extLst>
                </a:gridCol>
                <a:gridCol w="1781798">
                  <a:extLst>
                    <a:ext uri="{9D8B030D-6E8A-4147-A177-3AD203B41FA5}">
                      <a16:colId xmlns:a16="http://schemas.microsoft.com/office/drawing/2014/main" val="366296818"/>
                    </a:ext>
                  </a:extLst>
                </a:gridCol>
                <a:gridCol w="1917907">
                  <a:extLst>
                    <a:ext uri="{9D8B030D-6E8A-4147-A177-3AD203B41FA5}">
                      <a16:colId xmlns:a16="http://schemas.microsoft.com/office/drawing/2014/main" val="435155922"/>
                    </a:ext>
                  </a:extLst>
                </a:gridCol>
              </a:tblGrid>
              <a:tr h="33780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th-TH" sz="1600" b="0" i="0" u="none" strike="noStrike" dirty="0">
                          <a:solidFill>
                            <a:srgbClr val="1F1F1F"/>
                          </a:solidFill>
                          <a:effectLst/>
                          <a:latin typeface="Sarabun" panose="00000500000000000000" pitchFamily="2" charset="-34"/>
                          <a:cs typeface="Sarabun" panose="00000500000000000000" pitchFamily="2" charset="-34"/>
                        </a:rPr>
                        <a:t>นัธทวัฒน์</a:t>
                      </a:r>
                      <a:endParaRPr lang="th-TH" sz="16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th-TH" sz="16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Sarabun" panose="00000500000000000000" pitchFamily="2" charset="-34"/>
                          <a:cs typeface="Sarabun" panose="00000500000000000000" pitchFamily="2" charset="-34"/>
                        </a:rPr>
                        <a:t>ปริม</a:t>
                      </a:r>
                      <a:r>
                        <a:rPr lang="th-TH" sz="1600" b="0" i="0" u="none" strike="noStrike" dirty="0">
                          <a:solidFill>
                            <a:srgbClr val="1F1F1F"/>
                          </a:solidFill>
                          <a:effectLst/>
                          <a:latin typeface="Sarabun" panose="00000500000000000000" pitchFamily="2" charset="-34"/>
                          <a:cs typeface="Sarabun" panose="00000500000000000000" pitchFamily="2" charset="-34"/>
                        </a:rPr>
                        <a:t>สิริคุณาวุฒิ</a:t>
                      </a:r>
                      <a:endParaRPr lang="th-TH" sz="16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effectLst/>
                          <a:latin typeface="Sarabun" panose="00000500000000000000" pitchFamily="2" charset="-34"/>
                          <a:cs typeface="Sarabun" panose="00000500000000000000" pitchFamily="2" charset="-34"/>
                        </a:rPr>
                        <a:t>67070501027</a:t>
                      </a:r>
                      <a:endParaRPr lang="en-US" sz="16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20919"/>
                  </a:ext>
                </a:extLst>
              </a:tr>
              <a:tr h="33780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th-TH" sz="1600" b="0" i="0" u="none" strike="noStrike" dirty="0">
                          <a:solidFill>
                            <a:srgbClr val="1F1F1F"/>
                          </a:solidFill>
                          <a:effectLst/>
                          <a:latin typeface="Sarabun" panose="00000500000000000000" pitchFamily="2" charset="-34"/>
                          <a:cs typeface="Sarabun" panose="00000500000000000000" pitchFamily="2" charset="-34"/>
                        </a:rPr>
                        <a:t>วิศิษฐ์</a:t>
                      </a:r>
                      <a:endParaRPr lang="th-TH" sz="16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th-TH" sz="1600" b="0" i="0" u="none" strike="noStrike" dirty="0">
                          <a:solidFill>
                            <a:srgbClr val="1F1F1F"/>
                          </a:solidFill>
                          <a:effectLst/>
                          <a:latin typeface="Sarabun" panose="00000500000000000000" pitchFamily="2" charset="-34"/>
                          <a:cs typeface="Sarabun" panose="00000500000000000000" pitchFamily="2" charset="-34"/>
                        </a:rPr>
                        <a:t>สุวรรณเนาว์</a:t>
                      </a:r>
                      <a:endParaRPr lang="th-TH" sz="16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effectLst/>
                          <a:latin typeface="Sarabun" panose="00000500000000000000" pitchFamily="2" charset="-34"/>
                          <a:cs typeface="Sarabun" panose="00000500000000000000" pitchFamily="2" charset="-34"/>
                        </a:rPr>
                        <a:t>67070501042</a:t>
                      </a:r>
                      <a:endParaRPr lang="en-US" sz="16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268067"/>
                  </a:ext>
                </a:extLst>
              </a:tr>
              <a:tr h="33780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th-TH" sz="1600" b="0" i="0" u="none" strike="noStrike">
                          <a:solidFill>
                            <a:srgbClr val="1F1F1F"/>
                          </a:solidFill>
                          <a:effectLst/>
                          <a:latin typeface="Sarabun" panose="00000500000000000000" pitchFamily="2" charset="-34"/>
                          <a:cs typeface="Sarabun" panose="00000500000000000000" pitchFamily="2" charset="-34"/>
                        </a:rPr>
                        <a:t>พลวริษฐ์</a:t>
                      </a:r>
                      <a:endParaRPr lang="th-TH" sz="16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th-TH" sz="1600" b="0" i="0" u="none" strike="noStrike" dirty="0">
                          <a:solidFill>
                            <a:srgbClr val="1F1F1F"/>
                          </a:solidFill>
                          <a:effectLst/>
                          <a:latin typeface="Sarabun" panose="00000500000000000000" pitchFamily="2" charset="-34"/>
                          <a:cs typeface="Sarabun" panose="00000500000000000000" pitchFamily="2" charset="-34"/>
                        </a:rPr>
                        <a:t>วัฒนเหมรัตน์</a:t>
                      </a:r>
                      <a:endParaRPr lang="th-TH" sz="16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1F1F1F"/>
                          </a:solidFill>
                          <a:effectLst/>
                          <a:latin typeface="Sarabun" panose="00000500000000000000" pitchFamily="2" charset="-34"/>
                          <a:cs typeface="Sarabun" panose="00000500000000000000" pitchFamily="2" charset="-34"/>
                        </a:rPr>
                        <a:t>67070501067</a:t>
                      </a:r>
                      <a:endParaRPr lang="en-US" sz="16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868089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0C5E1ED-9C1B-2DDA-794F-B4486FDA3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3650" y="34940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101E3-C24C-A10F-051E-E6A3B9952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7D886F-C047-7F45-ACCD-A83106A42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3650" y="34940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703BF12-D691-9EAD-0CB4-FC017801D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7429" y="381000"/>
            <a:ext cx="6149141" cy="457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 defTabSz="914400" eaLnBrk="1" hangingPunct="1"/>
            <a:r>
              <a:rPr lang="en-US" altLang="en-US" sz="2800" b="1" kern="1200" dirty="0">
                <a:solidFill>
                  <a:srgbClr val="00206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Task 1: </a:t>
            </a:r>
            <a:r>
              <a:rPr lang="en-US" altLang="en-US" sz="2800" kern="1200" dirty="0">
                <a:solidFill>
                  <a:srgbClr val="00206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Animation of LRU with Associative mapping</a:t>
            </a:r>
          </a:p>
        </p:txBody>
      </p:sp>
      <p:pic>
        <p:nvPicPr>
          <p:cNvPr id="11" name="รูปภาพ 10">
            <a:extLst>
              <a:ext uri="{FF2B5EF4-FFF2-40B4-BE49-F238E27FC236}">
                <a16:creationId xmlns:a16="http://schemas.microsoft.com/office/drawing/2014/main" id="{3143B312-609D-0AC0-EE45-B2C0549ECB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12207" r="3333" b="7760"/>
          <a:stretch>
            <a:fillRect/>
          </a:stretch>
        </p:blipFill>
        <p:spPr>
          <a:xfrm>
            <a:off x="206374" y="865188"/>
            <a:ext cx="873125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089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23CB-5DFB-AAE8-BBA8-57E9C8AAC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3639D2-C047-B39E-BC07-4BE9B7E64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3650" y="34940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9FE0E77-6F36-72D6-5594-297F7234B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7429" y="381000"/>
            <a:ext cx="6149141" cy="457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 defTabSz="914400" eaLnBrk="1" hangingPunct="1"/>
            <a:r>
              <a:rPr lang="en-US" altLang="en-US" sz="2800" b="1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Task 2: </a:t>
            </a:r>
            <a:r>
              <a:rPr lang="en-US" altLang="en-US" sz="2800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Animation of LRU with Set associative mapping</a:t>
            </a:r>
            <a:endParaRPr lang="en-US" altLang="en-US" sz="2800" kern="1200" dirty="0">
              <a:solidFill>
                <a:srgbClr val="00206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793DA475-D076-9E56-21DA-23549B36C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" t="12207" r="3333" b="7760"/>
          <a:stretch>
            <a:fillRect/>
          </a:stretch>
        </p:blipFill>
        <p:spPr>
          <a:xfrm>
            <a:off x="225424" y="838200"/>
            <a:ext cx="869315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59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3608</TotalTime>
  <Words>82</Words>
  <Application>Microsoft Office PowerPoint</Application>
  <PresentationFormat>นำเสนอทางหน้าจอ (4:3)</PresentationFormat>
  <Paragraphs>21</Paragraphs>
  <Slides>3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6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Sarabun</vt:lpstr>
      <vt:lpstr>Tahoma</vt:lpstr>
      <vt:lpstr>TH Sarabun New</vt:lpstr>
      <vt:lpstr>Office Theme</vt:lpstr>
      <vt:lpstr>PROBLEM SESSION 9 Replacement Algorithm</vt:lpstr>
      <vt:lpstr>Task 1: Animation of LRU with Associative mapping</vt:lpstr>
      <vt:lpstr>Task 2: Animation of LRU with Set associative mapping</vt:lpstr>
    </vt:vector>
  </TitlesOfParts>
  <Company>Mobile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 Part II</dc:title>
  <dc:creator>GGas reverof</dc:creator>
  <cp:lastModifiedBy>WISIT SUWANNAO</cp:lastModifiedBy>
  <cp:revision>103</cp:revision>
  <dcterms:created xsi:type="dcterms:W3CDTF">2004-01-15T10:00:50Z</dcterms:created>
  <dcterms:modified xsi:type="dcterms:W3CDTF">2026-05-03T10:32:03Z</dcterms:modified>
</cp:coreProperties>
</file>